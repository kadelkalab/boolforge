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0F8B3D-5357-C546-A5D9-7F7BE5B15DFC}" v="2" dt="2026-06-11T06:00:25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delka, Claus [MATH]" userId="3587954921_tp_box_2" providerId="OAuth2" clId="{3A5D34D3-13CC-588F-87D8-4157F9E149E9}"/>
    <pc:docChg chg="delSld">
      <pc:chgData name="Kadelka, Claus [MATH]" userId="3587954921_tp_box_2" providerId="OAuth2" clId="{3A5D34D3-13CC-588F-87D8-4157F9E149E9}" dt="2026-06-11T06:03:52.484" v="3" actId="2696"/>
      <pc:docMkLst>
        <pc:docMk/>
      </pc:docMkLst>
      <pc:sldChg chg="del">
        <pc:chgData name="Kadelka, Claus [MATH]" userId="3587954921_tp_box_2" providerId="OAuth2" clId="{3A5D34D3-13CC-588F-87D8-4157F9E149E9}" dt="2026-06-11T06:03:52.484" v="3" actId="2696"/>
        <pc:sldMkLst>
          <pc:docMk/>
          <pc:sldMk cId="913322195" sldId="257"/>
        </pc:sldMkLst>
      </pc:sldChg>
      <pc:sldChg chg="del">
        <pc:chgData name="Kadelka, Claus [MATH]" userId="3587954921_tp_box_2" providerId="OAuth2" clId="{3A5D34D3-13CC-588F-87D8-4157F9E149E9}" dt="2026-06-11T06:03:52.467" v="1" actId="2696"/>
        <pc:sldMkLst>
          <pc:docMk/>
          <pc:sldMk cId="3969123646" sldId="267"/>
        </pc:sldMkLst>
      </pc:sldChg>
      <pc:sldChg chg="del">
        <pc:chgData name="Kadelka, Claus [MATH]" userId="3587954921_tp_box_2" providerId="OAuth2" clId="{3A5D34D3-13CC-588F-87D8-4157F9E149E9}" dt="2026-06-11T06:03:52.473" v="2" actId="2696"/>
        <pc:sldMkLst>
          <pc:docMk/>
          <pc:sldMk cId="3162223427" sldId="269"/>
        </pc:sldMkLst>
      </pc:sldChg>
      <pc:sldChg chg="del">
        <pc:chgData name="Kadelka, Claus [MATH]" userId="3587954921_tp_box_2" providerId="OAuth2" clId="{3A5D34D3-13CC-588F-87D8-4157F9E149E9}" dt="2026-06-11T06:03:52.458" v="0" actId="2696"/>
        <pc:sldMkLst>
          <pc:docMk/>
          <pc:sldMk cId="2913835367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899B2-8E01-FA47-A090-BEDCEA97A67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5729C-D18C-3740-A1AE-2EDF1FAD7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49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DD5F-1F42-3F94-526A-ED295E7E7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22B73-D56F-9F41-8080-8CE1100FA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A958A-05CC-D8E0-AECC-87A7C69C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A6AE6-3028-C6EC-5E84-41DDD492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06661-5A7D-93C0-EDEF-82089BD8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5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720D-0771-5359-4EC8-0CDD1443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1BD8-1110-6C06-C7BB-44172F025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A0977-8DB4-ECEE-9091-D31A79F2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68F96-A609-AA93-CC2D-21870CD4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8BBA-4CB2-A28A-A091-C489F5B2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3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5D38-B70F-9B52-0864-5D16679E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232C6-B064-7CEB-9836-D0068C444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13A11-3C5A-2F9F-A285-387DA6F48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E77CA-0D9C-52F7-9C10-3830141C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F7BE-D4AC-F6E8-8BA9-C8D40E12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8CEB-2227-7B5A-7902-41281D4DC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85857-2F70-C3A2-0737-DAD869BC7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AA5FB-8177-EAE4-5282-B01BCE25B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78DA9-AFE6-A93A-F1D2-78938F76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E9A7F-69EB-63A7-8932-3606332F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B2201-C2CF-BD01-ADF1-2D2F06DE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1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0564-04A5-BD6A-F59D-D540F301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64615-2A27-E0E6-3D2E-75E0D20D6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C97AFF-DE62-AE9B-7B17-8C2DFC4E9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57AE0-0D6E-066E-EFE9-FD8F1D18A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596B99-940C-2AFF-2B43-E10DD609B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17A775-D6F6-6BF4-5EEE-EABF795A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469B4-FFEE-0729-29BA-8566C86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22761-CD91-D5E3-E802-8916ADE1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5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E058-3DD7-41FB-41BC-92432C11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052E9-B98C-6980-71BA-059C7157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3E58E-7EA9-035C-1CF1-2B05BB42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B849D-8101-6A2B-EAED-19BF27B3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0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D61B3-7CE0-F1D2-8B80-52DC90E4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56824-DCAD-FD87-5571-E9A24873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77BA7-E194-9342-2FC7-B8387CD7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3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249D-25EE-74F1-357B-0F3CCC627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6100-C32B-85F5-A31B-1A411CBDC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37C8A-9612-1C70-F31A-8DF595A1A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BA9F7-D742-18A0-A994-48F74F72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FAC8-C675-3471-DD2A-22A8B79AF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803E4-0E0B-C5DA-DDB3-F80E6AA6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6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1C40-885E-17D5-B5F3-8178725A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0CEBB-DAFC-CDE1-904F-87AC99B1C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023BA-4A24-106C-A15A-7FACE6D78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BADDB-795F-5DF6-3F94-C03D2175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C4638-0075-3944-4966-B5C2214A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042F5-96E1-F424-9DAD-CF88A5A3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9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FC20-124C-4C3E-BE0C-B43CE5CC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7BCF2-CC6E-9C09-EE11-1335E19F4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7C92A-4A00-27B3-3D27-0BCA207C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F0BAF-F5F3-42EC-F936-606DC467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F91D8-F687-7484-D862-CEA2252E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9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8D1256-11A1-4153-E144-9E68E78E2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FF30C-81E6-89C5-6A5F-C9BC1C600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F5C59-3EFA-46F0-0078-DF8A38C8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B3BD-774B-1EC6-C2D3-D14F4773A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75662-10D1-4719-D414-ED86693C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2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EB2F87-854C-890D-4C3F-C120DC13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A12A8-4237-A525-74F2-CD8B1A36B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6DD67-1917-D3D1-5548-C3DA14C8D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2C986-E6B3-0542-991B-C21B35145D9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56932-D8DD-66AF-6E81-9D9E3992A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3F06D-16DF-5FD7-1038-A4720C349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29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64D32B-0C14-BD27-2B0D-1BD8C66D94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00500" y="285750"/>
            <a:ext cx="4191000" cy="6286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9DDCC6-EF7A-0D9D-B0EF-24EB45853D3D}"/>
              </a:ext>
            </a:extLst>
          </p:cNvPr>
          <p:cNvSpPr txBox="1"/>
          <p:nvPr/>
        </p:nvSpPr>
        <p:spPr>
          <a:xfrm>
            <a:off x="6129051" y="766653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(3), n=378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FC18D-DE80-46B2-111E-60F876516A40}"/>
              </a:ext>
            </a:extLst>
          </p:cNvPr>
          <p:cNvSpPr txBox="1"/>
          <p:nvPr/>
        </p:nvSpPr>
        <p:spPr>
          <a:xfrm>
            <a:off x="7724661" y="2163959"/>
            <a:ext cx="7072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(1,2), n=281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34C2A-220C-723F-D464-847E9AD40657}"/>
              </a:ext>
            </a:extLst>
          </p:cNvPr>
          <p:cNvSpPr txBox="1"/>
          <p:nvPr/>
        </p:nvSpPr>
        <p:spPr>
          <a:xfrm>
            <a:off x="5325146" y="2610557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(4), n=141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C61CA-DDBC-22A9-5921-E3FDC6720A3F}"/>
              </a:ext>
            </a:extLst>
          </p:cNvPr>
          <p:cNvSpPr txBox="1"/>
          <p:nvPr/>
        </p:nvSpPr>
        <p:spPr>
          <a:xfrm>
            <a:off x="6924682" y="3338731"/>
            <a:ext cx="7072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(2,2), n=128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19F33B-64B3-0DF6-3D9A-B4968868BC8B}"/>
              </a:ext>
            </a:extLst>
          </p:cNvPr>
          <p:cNvSpPr txBox="1"/>
          <p:nvPr/>
        </p:nvSpPr>
        <p:spPr>
          <a:xfrm>
            <a:off x="7724661" y="3361033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(1,3), n=84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FDC2C-9E37-A4BE-54A1-D65E214DB695}"/>
              </a:ext>
            </a:extLst>
          </p:cNvPr>
          <p:cNvSpPr txBox="1"/>
          <p:nvPr/>
        </p:nvSpPr>
        <p:spPr>
          <a:xfrm>
            <a:off x="7751911" y="4020300"/>
            <a:ext cx="7360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(1,1,2), n=47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946F63-1C5D-A3E3-23CD-7C17F3CA524B}"/>
              </a:ext>
            </a:extLst>
          </p:cNvPr>
          <p:cNvSpPr txBox="1"/>
          <p:nvPr/>
        </p:nvSpPr>
        <p:spPr>
          <a:xfrm>
            <a:off x="4748964" y="4475730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(5), n=59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E233DB-B71D-5651-7CFD-4764E60CC4AE}"/>
              </a:ext>
            </a:extLst>
          </p:cNvPr>
          <p:cNvSpPr txBox="1"/>
          <p:nvPr/>
        </p:nvSpPr>
        <p:spPr>
          <a:xfrm>
            <a:off x="5871608" y="4935364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(3,2), n=41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AF533-48F9-7138-79AD-80A5C579E231}"/>
              </a:ext>
            </a:extLst>
          </p:cNvPr>
          <p:cNvSpPr txBox="1"/>
          <p:nvPr/>
        </p:nvSpPr>
        <p:spPr>
          <a:xfrm>
            <a:off x="6729087" y="5676161"/>
            <a:ext cx="6815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(2,1,2), n=6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C80E87-8CE1-2551-3FEA-7EDA46D38227}"/>
              </a:ext>
            </a:extLst>
          </p:cNvPr>
          <p:cNvSpPr txBox="1"/>
          <p:nvPr/>
        </p:nvSpPr>
        <p:spPr>
          <a:xfrm>
            <a:off x="7120027" y="5109652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(2,3), n=28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647F6B-9D72-0500-C1F0-6E21B4A26486}"/>
              </a:ext>
            </a:extLst>
          </p:cNvPr>
          <p:cNvSpPr txBox="1"/>
          <p:nvPr/>
        </p:nvSpPr>
        <p:spPr>
          <a:xfrm>
            <a:off x="7525805" y="4957507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(1,4), n=29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D1B4CB-EA84-BACD-9B8B-D6158D791E13}"/>
              </a:ext>
            </a:extLst>
          </p:cNvPr>
          <p:cNvSpPr txBox="1"/>
          <p:nvPr/>
        </p:nvSpPr>
        <p:spPr>
          <a:xfrm>
            <a:off x="7945332" y="5616774"/>
            <a:ext cx="6815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(1,2,2), n=7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9127C9-5546-9C92-815C-19745DEF02C5}"/>
              </a:ext>
            </a:extLst>
          </p:cNvPr>
          <p:cNvSpPr txBox="1"/>
          <p:nvPr/>
        </p:nvSpPr>
        <p:spPr>
          <a:xfrm>
            <a:off x="7943654" y="5879068"/>
            <a:ext cx="7649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(1,1,1,2), n=4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55907B-52E9-615B-90CE-3CE4F1E6A1F4}"/>
              </a:ext>
            </a:extLst>
          </p:cNvPr>
          <p:cNvSpPr txBox="1"/>
          <p:nvPr/>
        </p:nvSpPr>
        <p:spPr>
          <a:xfrm>
            <a:off x="7460825" y="5441778"/>
            <a:ext cx="6815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(1,1,3), n=8</a:t>
            </a:r>
          </a:p>
        </p:txBody>
      </p:sp>
    </p:spTree>
    <p:extLst>
      <p:ext uri="{BB962C8B-B14F-4D97-AF65-F5344CB8AC3E}">
        <p14:creationId xmlns:p14="http://schemas.microsoft.com/office/powerpoint/2010/main" val="425741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10019</TotalTime>
  <Words>84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Kadelka, Claus [MATH]</dc:creator>
  <cp:lastModifiedBy>Kadelka, Claus [MATH]</cp:lastModifiedBy>
  <cp:revision>5</cp:revision>
  <cp:lastPrinted>2026-05-06T16:36:52Z</cp:lastPrinted>
  <dcterms:created xsi:type="dcterms:W3CDTF">2026-05-06T05:34:23Z</dcterms:created>
  <dcterms:modified xsi:type="dcterms:W3CDTF">2026-06-11T06:03:54Z</dcterms:modified>
</cp:coreProperties>
</file>